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Recognizing phishing attacks and staying safe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Fraudulent attempt to steal data</a:t>
            </a:r>
            <a:br/>
            <a:r>
              <a:t>• Uses email, SMS, calls, websites</a:t>
            </a:r>
            <a:br/>
            <a:r>
              <a:t>• Targets passwords, banking info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Email Phishing</a:t>
            </a:r>
            <a:br/>
            <a:r>
              <a:t>• Spear Phishing</a:t>
            </a:r>
            <a:br/>
            <a:r>
              <a:t>• Whaling</a:t>
            </a:r>
            <a:br/>
            <a:r>
              <a:t>• Smishing</a:t>
            </a:r>
            <a:br/>
            <a:r>
              <a:t>• Vishing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Generic greeting</a:t>
            </a:r>
            <a:br/>
            <a:r>
              <a:t>• Urgency</a:t>
            </a:r>
            <a:br/>
            <a:r>
              <a:t>• Suspicious links</a:t>
            </a:r>
            <a:br/>
            <a:r>
              <a:t>• Unexpected attachments</a:t>
            </a:r>
            <a:br/>
            <a:r>
              <a:t>• Grammar mistakes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Check URL</a:t>
            </a:r>
            <a:br/>
            <a:r>
              <a:t>• HTTPS lock</a:t>
            </a:r>
            <a:br/>
            <a:r>
              <a:t>• Misspellings</a:t>
            </a:r>
            <a:br/>
            <a:r>
              <a:t>• Fake login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Authority</a:t>
            </a:r>
            <a:br/>
            <a:r>
              <a:t>• Fear</a:t>
            </a:r>
            <a:br/>
            <a:r>
              <a:t>• Urgency</a:t>
            </a:r>
            <a:br/>
            <a:r>
              <a:t>• Curiosity</a:t>
            </a:r>
            <a:br/>
            <a:r>
              <a:t>• Rewards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Fake email: 'Verify your bank account immediately.' Red flags: fake domain, urgency, generic greeting.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Verify sender</a:t>
            </a:r>
            <a:br/>
            <a:r>
              <a:t>• Hover over links</a:t>
            </a:r>
            <a:br/>
            <a:r>
              <a:t>• Enable MFA</a:t>
            </a:r>
            <a:br/>
            <a:r>
              <a:t>• Use strong passwords</a:t>
            </a:r>
            <a:br/>
            <a:r>
              <a:t>• Update software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You Clicked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Disconnect</a:t>
            </a:r>
            <a:br/>
            <a:r>
              <a:t>• Change passwords</a:t>
            </a:r>
            <a:br/>
            <a:r>
              <a:t>• Scan device</a:t>
            </a:r>
            <a:br/>
            <a:r>
              <a:t>• Inform IT/Bank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Phishing steals? A) Data✓</a:t>
            </a:r>
            <a:br/>
            <a:r>
              <a:t>2. Safe URL? https://paypal.com ✓</a:t>
            </a:r>
            <a:br/>
            <a:r>
              <a:t>3. Share OTP? No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Think before you click. Verify before you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